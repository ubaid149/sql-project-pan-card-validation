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FB9272-2523-4F79-9D99-871717CA1A9A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AC4C0ECF-5508-4D8B-AFD9-B9CD5D6F6A2F}">
      <dgm:prSet/>
      <dgm:spPr/>
      <dgm:t>
        <a:bodyPr/>
        <a:lstStyle/>
        <a:p>
          <a:r>
            <a:rPr lang="en-US"/>
            <a:t>• Created MySQL Database (pancard)</a:t>
          </a:r>
        </a:p>
      </dgm:t>
    </dgm:pt>
    <dgm:pt modelId="{5C310E16-DB45-4FB3-8343-15535D6D32C7}" type="parTrans" cxnId="{EF1E1B30-388B-43C8-9A5F-4384A576CDA3}">
      <dgm:prSet/>
      <dgm:spPr/>
      <dgm:t>
        <a:bodyPr/>
        <a:lstStyle/>
        <a:p>
          <a:endParaRPr lang="en-US"/>
        </a:p>
      </dgm:t>
    </dgm:pt>
    <dgm:pt modelId="{56BCBCDB-12E4-4652-BB0E-AE90754FA09E}" type="sibTrans" cxnId="{EF1E1B30-388B-43C8-9A5F-4384A576CDA3}">
      <dgm:prSet/>
      <dgm:spPr/>
      <dgm:t>
        <a:bodyPr/>
        <a:lstStyle/>
        <a:p>
          <a:endParaRPr lang="en-US"/>
        </a:p>
      </dgm:t>
    </dgm:pt>
    <dgm:pt modelId="{D6A1A81F-1218-42D1-A130-3C288F92EA66}">
      <dgm:prSet/>
      <dgm:spPr/>
      <dgm:t>
        <a:bodyPr/>
        <a:lstStyle/>
        <a:p>
          <a:r>
            <a:rPr lang="en-US"/>
            <a:t>• Loaded PAN Dataset using LOAD DATA INFILE</a:t>
          </a:r>
        </a:p>
      </dgm:t>
    </dgm:pt>
    <dgm:pt modelId="{12A36130-C188-4A43-8B3E-9C813BDC81BB}" type="parTrans" cxnId="{BE26CECB-F32D-4503-BC7E-9AB47D1BE1D5}">
      <dgm:prSet/>
      <dgm:spPr/>
      <dgm:t>
        <a:bodyPr/>
        <a:lstStyle/>
        <a:p>
          <a:endParaRPr lang="en-US"/>
        </a:p>
      </dgm:t>
    </dgm:pt>
    <dgm:pt modelId="{CBAAF62A-909F-4BA9-96DC-3FAAB37DA237}" type="sibTrans" cxnId="{BE26CECB-F32D-4503-BC7E-9AB47D1BE1D5}">
      <dgm:prSet/>
      <dgm:spPr/>
      <dgm:t>
        <a:bodyPr/>
        <a:lstStyle/>
        <a:p>
          <a:endParaRPr lang="en-US"/>
        </a:p>
      </dgm:t>
    </dgm:pt>
    <dgm:pt modelId="{AC690B2B-61E2-4599-9D4D-9C598744F05A}">
      <dgm:prSet/>
      <dgm:spPr/>
      <dgm:t>
        <a:bodyPr/>
        <a:lstStyle/>
        <a:p>
          <a:r>
            <a:rPr lang="en-US"/>
            <a:t>• Performed Data Cleaning</a:t>
          </a:r>
        </a:p>
      </dgm:t>
    </dgm:pt>
    <dgm:pt modelId="{391EE6A8-9EB9-44F6-9B05-9C29EB3EAA4E}" type="parTrans" cxnId="{80CB5E23-2FFC-41FA-A97B-6A5F1AF041A5}">
      <dgm:prSet/>
      <dgm:spPr/>
      <dgm:t>
        <a:bodyPr/>
        <a:lstStyle/>
        <a:p>
          <a:endParaRPr lang="en-US"/>
        </a:p>
      </dgm:t>
    </dgm:pt>
    <dgm:pt modelId="{452F74D8-456B-4043-908B-58E34EAEB395}" type="sibTrans" cxnId="{80CB5E23-2FFC-41FA-A97B-6A5F1AF041A5}">
      <dgm:prSet/>
      <dgm:spPr/>
      <dgm:t>
        <a:bodyPr/>
        <a:lstStyle/>
        <a:p>
          <a:endParaRPr lang="en-US"/>
        </a:p>
      </dgm:t>
    </dgm:pt>
    <dgm:pt modelId="{F5E6C37F-D81C-4F33-90A9-F2096C41B214}">
      <dgm:prSet/>
      <dgm:spPr/>
      <dgm:t>
        <a:bodyPr/>
        <a:lstStyle/>
        <a:p>
          <a:r>
            <a:rPr lang="en-US"/>
            <a:t>• Applied REGEXP for PAN Validation</a:t>
          </a:r>
        </a:p>
      </dgm:t>
    </dgm:pt>
    <dgm:pt modelId="{EC174100-B910-4B6B-AC74-836D217EB369}" type="parTrans" cxnId="{B1249E5F-A3C9-423C-A957-CC868254D921}">
      <dgm:prSet/>
      <dgm:spPr/>
      <dgm:t>
        <a:bodyPr/>
        <a:lstStyle/>
        <a:p>
          <a:endParaRPr lang="en-US"/>
        </a:p>
      </dgm:t>
    </dgm:pt>
    <dgm:pt modelId="{0400DA4D-10D3-4B4E-A2D0-BA241389129F}" type="sibTrans" cxnId="{B1249E5F-A3C9-423C-A957-CC868254D921}">
      <dgm:prSet/>
      <dgm:spPr/>
      <dgm:t>
        <a:bodyPr/>
        <a:lstStyle/>
        <a:p>
          <a:endParaRPr lang="en-US"/>
        </a:p>
      </dgm:t>
    </dgm:pt>
    <dgm:pt modelId="{3CFD1E81-67D8-4F25-B7B5-2680FCF784DD}">
      <dgm:prSet/>
      <dgm:spPr/>
      <dgm:t>
        <a:bodyPr/>
        <a:lstStyle/>
        <a:p>
          <a:r>
            <a:rPr lang="en-US"/>
            <a:t>• Implemented CTE for Normalization</a:t>
          </a:r>
        </a:p>
      </dgm:t>
    </dgm:pt>
    <dgm:pt modelId="{FCEF8740-F334-4C54-9293-3C18E15F0BEB}" type="parTrans" cxnId="{3391C704-812B-4BCA-9A81-22DEF961F7F2}">
      <dgm:prSet/>
      <dgm:spPr/>
      <dgm:t>
        <a:bodyPr/>
        <a:lstStyle/>
        <a:p>
          <a:endParaRPr lang="en-US"/>
        </a:p>
      </dgm:t>
    </dgm:pt>
    <dgm:pt modelId="{616EA42B-6C53-4214-AA6A-53B60A7855EC}" type="sibTrans" cxnId="{3391C704-812B-4BCA-9A81-22DEF961F7F2}">
      <dgm:prSet/>
      <dgm:spPr/>
      <dgm:t>
        <a:bodyPr/>
        <a:lstStyle/>
        <a:p>
          <a:endParaRPr lang="en-US"/>
        </a:p>
      </dgm:t>
    </dgm:pt>
    <dgm:pt modelId="{C9A18200-B11E-4434-849D-0E4F983A1687}" type="pres">
      <dgm:prSet presAssocID="{66FB9272-2523-4F79-9D99-871717CA1A9A}" presName="root" presStyleCnt="0">
        <dgm:presLayoutVars>
          <dgm:dir/>
          <dgm:resizeHandles val="exact"/>
        </dgm:presLayoutVars>
      </dgm:prSet>
      <dgm:spPr/>
    </dgm:pt>
    <dgm:pt modelId="{8A29A794-2D39-409A-A3AB-B9D5DE9D4A95}" type="pres">
      <dgm:prSet presAssocID="{66FB9272-2523-4F79-9D99-871717CA1A9A}" presName="container" presStyleCnt="0">
        <dgm:presLayoutVars>
          <dgm:dir/>
          <dgm:resizeHandles val="exact"/>
        </dgm:presLayoutVars>
      </dgm:prSet>
      <dgm:spPr/>
    </dgm:pt>
    <dgm:pt modelId="{67C22507-ED7B-4161-AC74-B14F33091BDA}" type="pres">
      <dgm:prSet presAssocID="{AC4C0ECF-5508-4D8B-AFD9-B9CD5D6F6A2F}" presName="compNode" presStyleCnt="0"/>
      <dgm:spPr/>
    </dgm:pt>
    <dgm:pt modelId="{C036298D-C73B-473F-99B8-F4CDA8C110E6}" type="pres">
      <dgm:prSet presAssocID="{AC4C0ECF-5508-4D8B-AFD9-B9CD5D6F6A2F}" presName="iconBgRect" presStyleLbl="bgShp" presStyleIdx="0" presStyleCnt="5"/>
      <dgm:spPr/>
    </dgm:pt>
    <dgm:pt modelId="{E336A409-BD82-4810-BB1E-FE10CE198872}" type="pres">
      <dgm:prSet presAssocID="{AC4C0ECF-5508-4D8B-AFD9-B9CD5D6F6A2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75763E8-13A7-4CC4-A715-544B9A93799C}" type="pres">
      <dgm:prSet presAssocID="{AC4C0ECF-5508-4D8B-AFD9-B9CD5D6F6A2F}" presName="spaceRect" presStyleCnt="0"/>
      <dgm:spPr/>
    </dgm:pt>
    <dgm:pt modelId="{1EC04B52-413B-4167-8FF6-5B9090AE3013}" type="pres">
      <dgm:prSet presAssocID="{AC4C0ECF-5508-4D8B-AFD9-B9CD5D6F6A2F}" presName="textRect" presStyleLbl="revTx" presStyleIdx="0" presStyleCnt="5">
        <dgm:presLayoutVars>
          <dgm:chMax val="1"/>
          <dgm:chPref val="1"/>
        </dgm:presLayoutVars>
      </dgm:prSet>
      <dgm:spPr/>
    </dgm:pt>
    <dgm:pt modelId="{1667BAA5-8AB6-4EDB-86B9-3EA495950D56}" type="pres">
      <dgm:prSet presAssocID="{56BCBCDB-12E4-4652-BB0E-AE90754FA09E}" presName="sibTrans" presStyleLbl="sibTrans2D1" presStyleIdx="0" presStyleCnt="0"/>
      <dgm:spPr/>
    </dgm:pt>
    <dgm:pt modelId="{7254A72C-9F71-4A28-B063-991A04644ACD}" type="pres">
      <dgm:prSet presAssocID="{D6A1A81F-1218-42D1-A130-3C288F92EA66}" presName="compNode" presStyleCnt="0"/>
      <dgm:spPr/>
    </dgm:pt>
    <dgm:pt modelId="{109B309F-EFF4-45CF-B91D-250C186F6843}" type="pres">
      <dgm:prSet presAssocID="{D6A1A81F-1218-42D1-A130-3C288F92EA66}" presName="iconBgRect" presStyleLbl="bgShp" presStyleIdx="1" presStyleCnt="5"/>
      <dgm:spPr/>
    </dgm:pt>
    <dgm:pt modelId="{4D777D32-04B9-474E-A8E9-252A4343DC6A}" type="pres">
      <dgm:prSet presAssocID="{D6A1A81F-1218-42D1-A130-3C288F92EA6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F6DD8122-37D3-4851-AF40-FCA4E2A54666}" type="pres">
      <dgm:prSet presAssocID="{D6A1A81F-1218-42D1-A130-3C288F92EA66}" presName="spaceRect" presStyleCnt="0"/>
      <dgm:spPr/>
    </dgm:pt>
    <dgm:pt modelId="{74B5190C-BDC5-497A-B100-3BA4044F6B72}" type="pres">
      <dgm:prSet presAssocID="{D6A1A81F-1218-42D1-A130-3C288F92EA66}" presName="textRect" presStyleLbl="revTx" presStyleIdx="1" presStyleCnt="5">
        <dgm:presLayoutVars>
          <dgm:chMax val="1"/>
          <dgm:chPref val="1"/>
        </dgm:presLayoutVars>
      </dgm:prSet>
      <dgm:spPr/>
    </dgm:pt>
    <dgm:pt modelId="{EB8B0A65-4171-4E72-8D6A-4644758A7899}" type="pres">
      <dgm:prSet presAssocID="{CBAAF62A-909F-4BA9-96DC-3FAAB37DA237}" presName="sibTrans" presStyleLbl="sibTrans2D1" presStyleIdx="0" presStyleCnt="0"/>
      <dgm:spPr/>
    </dgm:pt>
    <dgm:pt modelId="{0432C6B6-FBD2-40EE-B8DE-0FA7E4505004}" type="pres">
      <dgm:prSet presAssocID="{AC690B2B-61E2-4599-9D4D-9C598744F05A}" presName="compNode" presStyleCnt="0"/>
      <dgm:spPr/>
    </dgm:pt>
    <dgm:pt modelId="{AC31E461-9E97-46BD-850B-DE64772DFCD5}" type="pres">
      <dgm:prSet presAssocID="{AC690B2B-61E2-4599-9D4D-9C598744F05A}" presName="iconBgRect" presStyleLbl="bgShp" presStyleIdx="2" presStyleCnt="5"/>
      <dgm:spPr/>
    </dgm:pt>
    <dgm:pt modelId="{8C3DAAC4-4B48-4156-9E4F-BEDA2EE16ECD}" type="pres">
      <dgm:prSet presAssocID="{AC690B2B-61E2-4599-9D4D-9C598744F05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4FF4CD42-F847-4CC0-90CC-7CDD1101F3A1}" type="pres">
      <dgm:prSet presAssocID="{AC690B2B-61E2-4599-9D4D-9C598744F05A}" presName="spaceRect" presStyleCnt="0"/>
      <dgm:spPr/>
    </dgm:pt>
    <dgm:pt modelId="{C0EC8D99-4D8B-4335-BAE1-C7F8A33228D4}" type="pres">
      <dgm:prSet presAssocID="{AC690B2B-61E2-4599-9D4D-9C598744F05A}" presName="textRect" presStyleLbl="revTx" presStyleIdx="2" presStyleCnt="5">
        <dgm:presLayoutVars>
          <dgm:chMax val="1"/>
          <dgm:chPref val="1"/>
        </dgm:presLayoutVars>
      </dgm:prSet>
      <dgm:spPr/>
    </dgm:pt>
    <dgm:pt modelId="{5222543D-8B74-4872-BC1A-2B6E5E564A18}" type="pres">
      <dgm:prSet presAssocID="{452F74D8-456B-4043-908B-58E34EAEB395}" presName="sibTrans" presStyleLbl="sibTrans2D1" presStyleIdx="0" presStyleCnt="0"/>
      <dgm:spPr/>
    </dgm:pt>
    <dgm:pt modelId="{20DB7FDE-5470-41C3-99F8-293B61D65019}" type="pres">
      <dgm:prSet presAssocID="{F5E6C37F-D81C-4F33-90A9-F2096C41B214}" presName="compNode" presStyleCnt="0"/>
      <dgm:spPr/>
    </dgm:pt>
    <dgm:pt modelId="{05703100-BA69-4573-BA1C-AE0CB607E87A}" type="pres">
      <dgm:prSet presAssocID="{F5E6C37F-D81C-4F33-90A9-F2096C41B214}" presName="iconBgRect" presStyleLbl="bgShp" presStyleIdx="3" presStyleCnt="5"/>
      <dgm:spPr/>
    </dgm:pt>
    <dgm:pt modelId="{775B4E9E-036C-4B1F-877A-E6C85748DB58}" type="pres">
      <dgm:prSet presAssocID="{F5E6C37F-D81C-4F33-90A9-F2096C41B21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38D93C8-6622-4525-8962-093843C67D42}" type="pres">
      <dgm:prSet presAssocID="{F5E6C37F-D81C-4F33-90A9-F2096C41B214}" presName="spaceRect" presStyleCnt="0"/>
      <dgm:spPr/>
    </dgm:pt>
    <dgm:pt modelId="{FBA7825C-4A54-49F0-9771-367CF582FA06}" type="pres">
      <dgm:prSet presAssocID="{F5E6C37F-D81C-4F33-90A9-F2096C41B214}" presName="textRect" presStyleLbl="revTx" presStyleIdx="3" presStyleCnt="5">
        <dgm:presLayoutVars>
          <dgm:chMax val="1"/>
          <dgm:chPref val="1"/>
        </dgm:presLayoutVars>
      </dgm:prSet>
      <dgm:spPr/>
    </dgm:pt>
    <dgm:pt modelId="{2E5C9692-6F66-4624-B881-5399B7F1A250}" type="pres">
      <dgm:prSet presAssocID="{0400DA4D-10D3-4B4E-A2D0-BA241389129F}" presName="sibTrans" presStyleLbl="sibTrans2D1" presStyleIdx="0" presStyleCnt="0"/>
      <dgm:spPr/>
    </dgm:pt>
    <dgm:pt modelId="{EBBA251E-E51D-43BB-A23B-DCE353729F89}" type="pres">
      <dgm:prSet presAssocID="{3CFD1E81-67D8-4F25-B7B5-2680FCF784DD}" presName="compNode" presStyleCnt="0"/>
      <dgm:spPr/>
    </dgm:pt>
    <dgm:pt modelId="{41428BF8-795B-46CA-98EB-A2A3B4D0E562}" type="pres">
      <dgm:prSet presAssocID="{3CFD1E81-67D8-4F25-B7B5-2680FCF784DD}" presName="iconBgRect" presStyleLbl="bgShp" presStyleIdx="4" presStyleCnt="5"/>
      <dgm:spPr/>
    </dgm:pt>
    <dgm:pt modelId="{90881F2C-F165-4B48-BED2-1316DA4C447F}" type="pres">
      <dgm:prSet presAssocID="{3CFD1E81-67D8-4F25-B7B5-2680FCF784DD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564F901-3FE1-4924-913C-F140C51BFFD5}" type="pres">
      <dgm:prSet presAssocID="{3CFD1E81-67D8-4F25-B7B5-2680FCF784DD}" presName="spaceRect" presStyleCnt="0"/>
      <dgm:spPr/>
    </dgm:pt>
    <dgm:pt modelId="{3188ECDB-BCA9-41FE-A330-AB2077A2AF2B}" type="pres">
      <dgm:prSet presAssocID="{3CFD1E81-67D8-4F25-B7B5-2680FCF784DD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862A4904-86AB-4ACF-961C-684AE16C8CB6}" type="presOf" srcId="{F5E6C37F-D81C-4F33-90A9-F2096C41B214}" destId="{FBA7825C-4A54-49F0-9771-367CF582FA06}" srcOrd="0" destOrd="0" presId="urn:microsoft.com/office/officeart/2018/2/layout/IconCircleList"/>
    <dgm:cxn modelId="{3391C704-812B-4BCA-9A81-22DEF961F7F2}" srcId="{66FB9272-2523-4F79-9D99-871717CA1A9A}" destId="{3CFD1E81-67D8-4F25-B7B5-2680FCF784DD}" srcOrd="4" destOrd="0" parTransId="{FCEF8740-F334-4C54-9293-3C18E15F0BEB}" sibTransId="{616EA42B-6C53-4214-AA6A-53B60A7855EC}"/>
    <dgm:cxn modelId="{2AA94E17-A73D-4DCC-8107-FA840A11B685}" type="presOf" srcId="{452F74D8-456B-4043-908B-58E34EAEB395}" destId="{5222543D-8B74-4872-BC1A-2B6E5E564A18}" srcOrd="0" destOrd="0" presId="urn:microsoft.com/office/officeart/2018/2/layout/IconCircleList"/>
    <dgm:cxn modelId="{80CB5E23-2FFC-41FA-A97B-6A5F1AF041A5}" srcId="{66FB9272-2523-4F79-9D99-871717CA1A9A}" destId="{AC690B2B-61E2-4599-9D4D-9C598744F05A}" srcOrd="2" destOrd="0" parTransId="{391EE6A8-9EB9-44F6-9B05-9C29EB3EAA4E}" sibTransId="{452F74D8-456B-4043-908B-58E34EAEB395}"/>
    <dgm:cxn modelId="{EF1E1B30-388B-43C8-9A5F-4384A576CDA3}" srcId="{66FB9272-2523-4F79-9D99-871717CA1A9A}" destId="{AC4C0ECF-5508-4D8B-AFD9-B9CD5D6F6A2F}" srcOrd="0" destOrd="0" parTransId="{5C310E16-DB45-4FB3-8343-15535D6D32C7}" sibTransId="{56BCBCDB-12E4-4652-BB0E-AE90754FA09E}"/>
    <dgm:cxn modelId="{B1249E5F-A3C9-423C-A957-CC868254D921}" srcId="{66FB9272-2523-4F79-9D99-871717CA1A9A}" destId="{F5E6C37F-D81C-4F33-90A9-F2096C41B214}" srcOrd="3" destOrd="0" parTransId="{EC174100-B910-4B6B-AC74-836D217EB369}" sibTransId="{0400DA4D-10D3-4B4E-A2D0-BA241389129F}"/>
    <dgm:cxn modelId="{CE3FCA85-F09F-42F4-BD96-1B93ED4EAAA5}" type="presOf" srcId="{3CFD1E81-67D8-4F25-B7B5-2680FCF784DD}" destId="{3188ECDB-BCA9-41FE-A330-AB2077A2AF2B}" srcOrd="0" destOrd="0" presId="urn:microsoft.com/office/officeart/2018/2/layout/IconCircleList"/>
    <dgm:cxn modelId="{2245E9AD-78E0-4297-A0DD-166097AEA724}" type="presOf" srcId="{66FB9272-2523-4F79-9D99-871717CA1A9A}" destId="{C9A18200-B11E-4434-849D-0E4F983A1687}" srcOrd="0" destOrd="0" presId="urn:microsoft.com/office/officeart/2018/2/layout/IconCircleList"/>
    <dgm:cxn modelId="{DDA04DC1-77D0-4F18-AE83-2FB91B85282F}" type="presOf" srcId="{0400DA4D-10D3-4B4E-A2D0-BA241389129F}" destId="{2E5C9692-6F66-4624-B881-5399B7F1A250}" srcOrd="0" destOrd="0" presId="urn:microsoft.com/office/officeart/2018/2/layout/IconCircleList"/>
    <dgm:cxn modelId="{81288FC3-F811-4E61-A677-1326AACA8BBD}" type="presOf" srcId="{56BCBCDB-12E4-4652-BB0E-AE90754FA09E}" destId="{1667BAA5-8AB6-4EDB-86B9-3EA495950D56}" srcOrd="0" destOrd="0" presId="urn:microsoft.com/office/officeart/2018/2/layout/IconCircleList"/>
    <dgm:cxn modelId="{BE26CECB-F32D-4503-BC7E-9AB47D1BE1D5}" srcId="{66FB9272-2523-4F79-9D99-871717CA1A9A}" destId="{D6A1A81F-1218-42D1-A130-3C288F92EA66}" srcOrd="1" destOrd="0" parTransId="{12A36130-C188-4A43-8B3E-9C813BDC81BB}" sibTransId="{CBAAF62A-909F-4BA9-96DC-3FAAB37DA237}"/>
    <dgm:cxn modelId="{752F93D2-6222-4629-A3F7-A4937B5A4C69}" type="presOf" srcId="{AC4C0ECF-5508-4D8B-AFD9-B9CD5D6F6A2F}" destId="{1EC04B52-413B-4167-8FF6-5B9090AE3013}" srcOrd="0" destOrd="0" presId="urn:microsoft.com/office/officeart/2018/2/layout/IconCircleList"/>
    <dgm:cxn modelId="{A07360D3-C38A-494B-AC6C-AD3F20F107FE}" type="presOf" srcId="{CBAAF62A-909F-4BA9-96DC-3FAAB37DA237}" destId="{EB8B0A65-4171-4E72-8D6A-4644758A7899}" srcOrd="0" destOrd="0" presId="urn:microsoft.com/office/officeart/2018/2/layout/IconCircleList"/>
    <dgm:cxn modelId="{77049AEB-ECA2-4188-A9F6-C500820EF82C}" type="presOf" srcId="{D6A1A81F-1218-42D1-A130-3C288F92EA66}" destId="{74B5190C-BDC5-497A-B100-3BA4044F6B72}" srcOrd="0" destOrd="0" presId="urn:microsoft.com/office/officeart/2018/2/layout/IconCircleList"/>
    <dgm:cxn modelId="{4816E8F5-00F1-499E-9EE8-401AAA5A8100}" type="presOf" srcId="{AC690B2B-61E2-4599-9D4D-9C598744F05A}" destId="{C0EC8D99-4D8B-4335-BAE1-C7F8A33228D4}" srcOrd="0" destOrd="0" presId="urn:microsoft.com/office/officeart/2018/2/layout/IconCircleList"/>
    <dgm:cxn modelId="{A91D90D6-0F77-4318-A913-1DC96D747B65}" type="presParOf" srcId="{C9A18200-B11E-4434-849D-0E4F983A1687}" destId="{8A29A794-2D39-409A-A3AB-B9D5DE9D4A95}" srcOrd="0" destOrd="0" presId="urn:microsoft.com/office/officeart/2018/2/layout/IconCircleList"/>
    <dgm:cxn modelId="{43B880DC-BD21-4B54-A02D-AEE000E4B310}" type="presParOf" srcId="{8A29A794-2D39-409A-A3AB-B9D5DE9D4A95}" destId="{67C22507-ED7B-4161-AC74-B14F33091BDA}" srcOrd="0" destOrd="0" presId="urn:microsoft.com/office/officeart/2018/2/layout/IconCircleList"/>
    <dgm:cxn modelId="{28A1851F-3199-4C3B-B7C7-CF160CAE7769}" type="presParOf" srcId="{67C22507-ED7B-4161-AC74-B14F33091BDA}" destId="{C036298D-C73B-473F-99B8-F4CDA8C110E6}" srcOrd="0" destOrd="0" presId="urn:microsoft.com/office/officeart/2018/2/layout/IconCircleList"/>
    <dgm:cxn modelId="{3D8D15DA-D795-46D9-82F2-F939F220CEDC}" type="presParOf" srcId="{67C22507-ED7B-4161-AC74-B14F33091BDA}" destId="{E336A409-BD82-4810-BB1E-FE10CE198872}" srcOrd="1" destOrd="0" presId="urn:microsoft.com/office/officeart/2018/2/layout/IconCircleList"/>
    <dgm:cxn modelId="{C9753BCC-E053-4717-AD99-45E0EC7FA001}" type="presParOf" srcId="{67C22507-ED7B-4161-AC74-B14F33091BDA}" destId="{F75763E8-13A7-4CC4-A715-544B9A93799C}" srcOrd="2" destOrd="0" presId="urn:microsoft.com/office/officeart/2018/2/layout/IconCircleList"/>
    <dgm:cxn modelId="{E2D42D12-48C7-4587-9913-C741B378B24F}" type="presParOf" srcId="{67C22507-ED7B-4161-AC74-B14F33091BDA}" destId="{1EC04B52-413B-4167-8FF6-5B9090AE3013}" srcOrd="3" destOrd="0" presId="urn:microsoft.com/office/officeart/2018/2/layout/IconCircleList"/>
    <dgm:cxn modelId="{106797C4-9831-4F20-813C-33DB38650BF9}" type="presParOf" srcId="{8A29A794-2D39-409A-A3AB-B9D5DE9D4A95}" destId="{1667BAA5-8AB6-4EDB-86B9-3EA495950D56}" srcOrd="1" destOrd="0" presId="urn:microsoft.com/office/officeart/2018/2/layout/IconCircleList"/>
    <dgm:cxn modelId="{F81EF6A2-6D2B-4B0F-8776-1DD2C0E611F4}" type="presParOf" srcId="{8A29A794-2D39-409A-A3AB-B9D5DE9D4A95}" destId="{7254A72C-9F71-4A28-B063-991A04644ACD}" srcOrd="2" destOrd="0" presId="urn:microsoft.com/office/officeart/2018/2/layout/IconCircleList"/>
    <dgm:cxn modelId="{F3C00D7F-914E-480D-BB60-AECE58818D46}" type="presParOf" srcId="{7254A72C-9F71-4A28-B063-991A04644ACD}" destId="{109B309F-EFF4-45CF-B91D-250C186F6843}" srcOrd="0" destOrd="0" presId="urn:microsoft.com/office/officeart/2018/2/layout/IconCircleList"/>
    <dgm:cxn modelId="{C94C676F-6020-4A38-996E-B6E0BAB950A1}" type="presParOf" srcId="{7254A72C-9F71-4A28-B063-991A04644ACD}" destId="{4D777D32-04B9-474E-A8E9-252A4343DC6A}" srcOrd="1" destOrd="0" presId="urn:microsoft.com/office/officeart/2018/2/layout/IconCircleList"/>
    <dgm:cxn modelId="{EB3C1BA9-CADD-4FE1-846B-9EA906C3DEEF}" type="presParOf" srcId="{7254A72C-9F71-4A28-B063-991A04644ACD}" destId="{F6DD8122-37D3-4851-AF40-FCA4E2A54666}" srcOrd="2" destOrd="0" presId="urn:microsoft.com/office/officeart/2018/2/layout/IconCircleList"/>
    <dgm:cxn modelId="{6D8B02CE-73EC-4248-9EF9-7C651BF46AD2}" type="presParOf" srcId="{7254A72C-9F71-4A28-B063-991A04644ACD}" destId="{74B5190C-BDC5-497A-B100-3BA4044F6B72}" srcOrd="3" destOrd="0" presId="urn:microsoft.com/office/officeart/2018/2/layout/IconCircleList"/>
    <dgm:cxn modelId="{82A37F2E-0E40-4AE5-AFF7-07405AABECD4}" type="presParOf" srcId="{8A29A794-2D39-409A-A3AB-B9D5DE9D4A95}" destId="{EB8B0A65-4171-4E72-8D6A-4644758A7899}" srcOrd="3" destOrd="0" presId="urn:microsoft.com/office/officeart/2018/2/layout/IconCircleList"/>
    <dgm:cxn modelId="{847CE89F-050A-458B-8DC6-1ABCD2F786ED}" type="presParOf" srcId="{8A29A794-2D39-409A-A3AB-B9D5DE9D4A95}" destId="{0432C6B6-FBD2-40EE-B8DE-0FA7E4505004}" srcOrd="4" destOrd="0" presId="urn:microsoft.com/office/officeart/2018/2/layout/IconCircleList"/>
    <dgm:cxn modelId="{C2269172-76A1-4FEA-83EE-D113A8930377}" type="presParOf" srcId="{0432C6B6-FBD2-40EE-B8DE-0FA7E4505004}" destId="{AC31E461-9E97-46BD-850B-DE64772DFCD5}" srcOrd="0" destOrd="0" presId="urn:microsoft.com/office/officeart/2018/2/layout/IconCircleList"/>
    <dgm:cxn modelId="{90B43DAA-9AD6-4B8F-A78A-7CB83B6FA3A9}" type="presParOf" srcId="{0432C6B6-FBD2-40EE-B8DE-0FA7E4505004}" destId="{8C3DAAC4-4B48-4156-9E4F-BEDA2EE16ECD}" srcOrd="1" destOrd="0" presId="urn:microsoft.com/office/officeart/2018/2/layout/IconCircleList"/>
    <dgm:cxn modelId="{A7642888-8A3A-499F-8517-6BD63D5DFCC6}" type="presParOf" srcId="{0432C6B6-FBD2-40EE-B8DE-0FA7E4505004}" destId="{4FF4CD42-F847-4CC0-90CC-7CDD1101F3A1}" srcOrd="2" destOrd="0" presId="urn:microsoft.com/office/officeart/2018/2/layout/IconCircleList"/>
    <dgm:cxn modelId="{1314F842-755A-4C08-A96D-D3056663B117}" type="presParOf" srcId="{0432C6B6-FBD2-40EE-B8DE-0FA7E4505004}" destId="{C0EC8D99-4D8B-4335-BAE1-C7F8A33228D4}" srcOrd="3" destOrd="0" presId="urn:microsoft.com/office/officeart/2018/2/layout/IconCircleList"/>
    <dgm:cxn modelId="{225D8ECD-A062-4591-8D72-0292460AAEE0}" type="presParOf" srcId="{8A29A794-2D39-409A-A3AB-B9D5DE9D4A95}" destId="{5222543D-8B74-4872-BC1A-2B6E5E564A18}" srcOrd="5" destOrd="0" presId="urn:microsoft.com/office/officeart/2018/2/layout/IconCircleList"/>
    <dgm:cxn modelId="{3A304A29-93EC-43C4-8DA7-EAE080E86D09}" type="presParOf" srcId="{8A29A794-2D39-409A-A3AB-B9D5DE9D4A95}" destId="{20DB7FDE-5470-41C3-99F8-293B61D65019}" srcOrd="6" destOrd="0" presId="urn:microsoft.com/office/officeart/2018/2/layout/IconCircleList"/>
    <dgm:cxn modelId="{0242049F-D926-440C-8C42-4FCD95E678F4}" type="presParOf" srcId="{20DB7FDE-5470-41C3-99F8-293B61D65019}" destId="{05703100-BA69-4573-BA1C-AE0CB607E87A}" srcOrd="0" destOrd="0" presId="urn:microsoft.com/office/officeart/2018/2/layout/IconCircleList"/>
    <dgm:cxn modelId="{35FD0881-2242-4F3B-BEC9-579225F01AEE}" type="presParOf" srcId="{20DB7FDE-5470-41C3-99F8-293B61D65019}" destId="{775B4E9E-036C-4B1F-877A-E6C85748DB58}" srcOrd="1" destOrd="0" presId="urn:microsoft.com/office/officeart/2018/2/layout/IconCircleList"/>
    <dgm:cxn modelId="{6BBC9C5A-979A-4554-9662-55B115382191}" type="presParOf" srcId="{20DB7FDE-5470-41C3-99F8-293B61D65019}" destId="{238D93C8-6622-4525-8962-093843C67D42}" srcOrd="2" destOrd="0" presId="urn:microsoft.com/office/officeart/2018/2/layout/IconCircleList"/>
    <dgm:cxn modelId="{42A5786F-C6DD-4736-8B4D-BE13235844FD}" type="presParOf" srcId="{20DB7FDE-5470-41C3-99F8-293B61D65019}" destId="{FBA7825C-4A54-49F0-9771-367CF582FA06}" srcOrd="3" destOrd="0" presId="urn:microsoft.com/office/officeart/2018/2/layout/IconCircleList"/>
    <dgm:cxn modelId="{C0E60301-985C-49A5-BA4B-621FED90B858}" type="presParOf" srcId="{8A29A794-2D39-409A-A3AB-B9D5DE9D4A95}" destId="{2E5C9692-6F66-4624-B881-5399B7F1A250}" srcOrd="7" destOrd="0" presId="urn:microsoft.com/office/officeart/2018/2/layout/IconCircleList"/>
    <dgm:cxn modelId="{272CEE4B-4B50-462A-9671-DBD04760963C}" type="presParOf" srcId="{8A29A794-2D39-409A-A3AB-B9D5DE9D4A95}" destId="{EBBA251E-E51D-43BB-A23B-DCE353729F89}" srcOrd="8" destOrd="0" presId="urn:microsoft.com/office/officeart/2018/2/layout/IconCircleList"/>
    <dgm:cxn modelId="{435C9D0F-9999-4A80-9B20-983F670C5C7E}" type="presParOf" srcId="{EBBA251E-E51D-43BB-A23B-DCE353729F89}" destId="{41428BF8-795B-46CA-98EB-A2A3B4D0E562}" srcOrd="0" destOrd="0" presId="urn:microsoft.com/office/officeart/2018/2/layout/IconCircleList"/>
    <dgm:cxn modelId="{0CF7BCD0-26D1-4044-950B-7B75A2A004AB}" type="presParOf" srcId="{EBBA251E-E51D-43BB-A23B-DCE353729F89}" destId="{90881F2C-F165-4B48-BED2-1316DA4C447F}" srcOrd="1" destOrd="0" presId="urn:microsoft.com/office/officeart/2018/2/layout/IconCircleList"/>
    <dgm:cxn modelId="{496E26F2-55DE-4CF3-B9D5-4B3CBDB7D9F5}" type="presParOf" srcId="{EBBA251E-E51D-43BB-A23B-DCE353729F89}" destId="{B564F901-3FE1-4924-913C-F140C51BFFD5}" srcOrd="2" destOrd="0" presId="urn:microsoft.com/office/officeart/2018/2/layout/IconCircleList"/>
    <dgm:cxn modelId="{BE46E5AC-D463-4860-AD17-8B5CFA466D25}" type="presParOf" srcId="{EBBA251E-E51D-43BB-A23B-DCE353729F89}" destId="{3188ECDB-BCA9-41FE-A330-AB2077A2AF2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DE0A226-63A9-41F5-9F94-AEA23920B863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7D3DD14-23E7-403D-A001-5875EC9C0E7A}">
      <dgm:prSet/>
      <dgm:spPr/>
      <dgm:t>
        <a:bodyPr/>
        <a:lstStyle/>
        <a:p>
          <a:r>
            <a:rPr lang="en-US"/>
            <a:t>• Removed NULL and Blank Values</a:t>
          </a:r>
        </a:p>
      </dgm:t>
    </dgm:pt>
    <dgm:pt modelId="{D4979986-4FF9-4501-9598-94804F187A63}" type="parTrans" cxnId="{D66F250F-AC99-43BD-975A-830FD0DBC4EE}">
      <dgm:prSet/>
      <dgm:spPr/>
      <dgm:t>
        <a:bodyPr/>
        <a:lstStyle/>
        <a:p>
          <a:endParaRPr lang="en-US"/>
        </a:p>
      </dgm:t>
    </dgm:pt>
    <dgm:pt modelId="{EB33EC73-8BC5-487F-998E-BEE02E2BB762}" type="sibTrans" cxnId="{D66F250F-AC99-43BD-975A-830FD0DBC4EE}">
      <dgm:prSet/>
      <dgm:spPr/>
      <dgm:t>
        <a:bodyPr/>
        <a:lstStyle/>
        <a:p>
          <a:endParaRPr lang="en-US"/>
        </a:p>
      </dgm:t>
    </dgm:pt>
    <dgm:pt modelId="{3CFA0539-2DDE-42D6-BEFA-6C261F3C7959}">
      <dgm:prSet/>
      <dgm:spPr/>
      <dgm:t>
        <a:bodyPr/>
        <a:lstStyle/>
        <a:p>
          <a:r>
            <a:rPr lang="en-US"/>
            <a:t>• Trimmed Extra Spaces</a:t>
          </a:r>
        </a:p>
      </dgm:t>
    </dgm:pt>
    <dgm:pt modelId="{99F62D4E-3F27-4C37-A417-7D04F8A400EC}" type="parTrans" cxnId="{6B70D006-4E48-420C-962A-6AB59C94EF3B}">
      <dgm:prSet/>
      <dgm:spPr/>
      <dgm:t>
        <a:bodyPr/>
        <a:lstStyle/>
        <a:p>
          <a:endParaRPr lang="en-US"/>
        </a:p>
      </dgm:t>
    </dgm:pt>
    <dgm:pt modelId="{5755958C-41B1-4C46-9CE6-0DBF6D3A3513}" type="sibTrans" cxnId="{6B70D006-4E48-420C-962A-6AB59C94EF3B}">
      <dgm:prSet/>
      <dgm:spPr/>
      <dgm:t>
        <a:bodyPr/>
        <a:lstStyle/>
        <a:p>
          <a:endParaRPr lang="en-US"/>
        </a:p>
      </dgm:t>
    </dgm:pt>
    <dgm:pt modelId="{1614EB02-045D-46BB-9253-FE662F5B5693}">
      <dgm:prSet/>
      <dgm:spPr/>
      <dgm:t>
        <a:bodyPr/>
        <a:lstStyle/>
        <a:p>
          <a:r>
            <a:rPr lang="en-US"/>
            <a:t>• Converted PAN to Uppercase</a:t>
          </a:r>
        </a:p>
      </dgm:t>
    </dgm:pt>
    <dgm:pt modelId="{D612FEEC-3C84-462B-9E1B-D5C9C1606BBF}" type="parTrans" cxnId="{2A66A2F1-5CCE-4124-B28B-B4B9B84EC7EA}">
      <dgm:prSet/>
      <dgm:spPr/>
      <dgm:t>
        <a:bodyPr/>
        <a:lstStyle/>
        <a:p>
          <a:endParaRPr lang="en-US"/>
        </a:p>
      </dgm:t>
    </dgm:pt>
    <dgm:pt modelId="{63D08AC3-6362-453A-9E30-47464DD7C42F}" type="sibTrans" cxnId="{2A66A2F1-5CCE-4124-B28B-B4B9B84EC7EA}">
      <dgm:prSet/>
      <dgm:spPr/>
      <dgm:t>
        <a:bodyPr/>
        <a:lstStyle/>
        <a:p>
          <a:endParaRPr lang="en-US"/>
        </a:p>
      </dgm:t>
    </dgm:pt>
    <dgm:pt modelId="{B5140808-DD0F-490B-89C3-854B6253C2CF}">
      <dgm:prSet/>
      <dgm:spPr/>
      <dgm:t>
        <a:bodyPr/>
        <a:lstStyle/>
        <a:p>
          <a:r>
            <a:rPr lang="en-US"/>
            <a:t>• Removed Duplicates using DISTINCT</a:t>
          </a:r>
        </a:p>
      </dgm:t>
    </dgm:pt>
    <dgm:pt modelId="{F51BA5EE-893F-49E3-8EDC-00E038BDB7C4}" type="parTrans" cxnId="{FF91FBC7-830B-4AC6-9E23-E488776B465B}">
      <dgm:prSet/>
      <dgm:spPr/>
      <dgm:t>
        <a:bodyPr/>
        <a:lstStyle/>
        <a:p>
          <a:endParaRPr lang="en-US"/>
        </a:p>
      </dgm:t>
    </dgm:pt>
    <dgm:pt modelId="{F67C1CB5-531D-41C2-80A5-34CD4952B543}" type="sibTrans" cxnId="{FF91FBC7-830B-4AC6-9E23-E488776B465B}">
      <dgm:prSet/>
      <dgm:spPr/>
      <dgm:t>
        <a:bodyPr/>
        <a:lstStyle/>
        <a:p>
          <a:endParaRPr lang="en-US"/>
        </a:p>
      </dgm:t>
    </dgm:pt>
    <dgm:pt modelId="{B955F780-D28E-4076-BFFE-C529612281D1}">
      <dgm:prSet/>
      <dgm:spPr/>
      <dgm:t>
        <a:bodyPr/>
        <a:lstStyle/>
        <a:p>
          <a:r>
            <a:rPr lang="en-US"/>
            <a:t>• Used CTE for Clean Dataset Creation</a:t>
          </a:r>
        </a:p>
      </dgm:t>
    </dgm:pt>
    <dgm:pt modelId="{687389F8-48BA-47D4-88BF-5B5EBAEABFC5}" type="parTrans" cxnId="{ECF1E928-027C-444D-A5E7-D73D23C9B695}">
      <dgm:prSet/>
      <dgm:spPr/>
      <dgm:t>
        <a:bodyPr/>
        <a:lstStyle/>
        <a:p>
          <a:endParaRPr lang="en-US"/>
        </a:p>
      </dgm:t>
    </dgm:pt>
    <dgm:pt modelId="{2F60AA32-36EC-4732-8503-A89A68923023}" type="sibTrans" cxnId="{ECF1E928-027C-444D-A5E7-D73D23C9B695}">
      <dgm:prSet/>
      <dgm:spPr/>
      <dgm:t>
        <a:bodyPr/>
        <a:lstStyle/>
        <a:p>
          <a:endParaRPr lang="en-US"/>
        </a:p>
      </dgm:t>
    </dgm:pt>
    <dgm:pt modelId="{3086681D-563C-4D8B-9B6E-1C16A45EB374}" type="pres">
      <dgm:prSet presAssocID="{DDE0A226-63A9-41F5-9F94-AEA23920B863}" presName="diagram" presStyleCnt="0">
        <dgm:presLayoutVars>
          <dgm:dir/>
          <dgm:resizeHandles val="exact"/>
        </dgm:presLayoutVars>
      </dgm:prSet>
      <dgm:spPr/>
    </dgm:pt>
    <dgm:pt modelId="{CA04683B-6CE4-4A0D-905C-907A95663B19}" type="pres">
      <dgm:prSet presAssocID="{E7D3DD14-23E7-403D-A001-5875EC9C0E7A}" presName="node" presStyleLbl="node1" presStyleIdx="0" presStyleCnt="5">
        <dgm:presLayoutVars>
          <dgm:bulletEnabled val="1"/>
        </dgm:presLayoutVars>
      </dgm:prSet>
      <dgm:spPr/>
    </dgm:pt>
    <dgm:pt modelId="{5732E46B-3908-4CB5-B160-210C7C12C32B}" type="pres">
      <dgm:prSet presAssocID="{EB33EC73-8BC5-487F-998E-BEE02E2BB762}" presName="sibTrans" presStyleCnt="0"/>
      <dgm:spPr/>
    </dgm:pt>
    <dgm:pt modelId="{4DF74E19-5A8A-44DB-A876-DFB0E26E21CF}" type="pres">
      <dgm:prSet presAssocID="{3CFA0539-2DDE-42D6-BEFA-6C261F3C7959}" presName="node" presStyleLbl="node1" presStyleIdx="1" presStyleCnt="5">
        <dgm:presLayoutVars>
          <dgm:bulletEnabled val="1"/>
        </dgm:presLayoutVars>
      </dgm:prSet>
      <dgm:spPr/>
    </dgm:pt>
    <dgm:pt modelId="{CFE5A283-E1CB-4971-B2D9-81C1540F82DB}" type="pres">
      <dgm:prSet presAssocID="{5755958C-41B1-4C46-9CE6-0DBF6D3A3513}" presName="sibTrans" presStyleCnt="0"/>
      <dgm:spPr/>
    </dgm:pt>
    <dgm:pt modelId="{113593FB-0080-4C1F-94A7-A3FE12E4773F}" type="pres">
      <dgm:prSet presAssocID="{1614EB02-045D-46BB-9253-FE662F5B5693}" presName="node" presStyleLbl="node1" presStyleIdx="2" presStyleCnt="5">
        <dgm:presLayoutVars>
          <dgm:bulletEnabled val="1"/>
        </dgm:presLayoutVars>
      </dgm:prSet>
      <dgm:spPr/>
    </dgm:pt>
    <dgm:pt modelId="{2E021AF5-CFF3-4A9A-B44D-22E16FEA1916}" type="pres">
      <dgm:prSet presAssocID="{63D08AC3-6362-453A-9E30-47464DD7C42F}" presName="sibTrans" presStyleCnt="0"/>
      <dgm:spPr/>
    </dgm:pt>
    <dgm:pt modelId="{0C478BF5-1AE1-4282-886E-9BC4D4AE92B2}" type="pres">
      <dgm:prSet presAssocID="{B5140808-DD0F-490B-89C3-854B6253C2CF}" presName="node" presStyleLbl="node1" presStyleIdx="3" presStyleCnt="5">
        <dgm:presLayoutVars>
          <dgm:bulletEnabled val="1"/>
        </dgm:presLayoutVars>
      </dgm:prSet>
      <dgm:spPr/>
    </dgm:pt>
    <dgm:pt modelId="{E6D2D783-E46A-49FF-8FA4-54A436602BDD}" type="pres">
      <dgm:prSet presAssocID="{F67C1CB5-531D-41C2-80A5-34CD4952B543}" presName="sibTrans" presStyleCnt="0"/>
      <dgm:spPr/>
    </dgm:pt>
    <dgm:pt modelId="{92C239FB-6140-4E12-BDEE-26A35BF314DC}" type="pres">
      <dgm:prSet presAssocID="{B955F780-D28E-4076-BFFE-C529612281D1}" presName="node" presStyleLbl="node1" presStyleIdx="4" presStyleCnt="5">
        <dgm:presLayoutVars>
          <dgm:bulletEnabled val="1"/>
        </dgm:presLayoutVars>
      </dgm:prSet>
      <dgm:spPr/>
    </dgm:pt>
  </dgm:ptLst>
  <dgm:cxnLst>
    <dgm:cxn modelId="{6B70D006-4E48-420C-962A-6AB59C94EF3B}" srcId="{DDE0A226-63A9-41F5-9F94-AEA23920B863}" destId="{3CFA0539-2DDE-42D6-BEFA-6C261F3C7959}" srcOrd="1" destOrd="0" parTransId="{99F62D4E-3F27-4C37-A417-7D04F8A400EC}" sibTransId="{5755958C-41B1-4C46-9CE6-0DBF6D3A3513}"/>
    <dgm:cxn modelId="{4ED12C0A-C40B-4735-8882-8A5C4B0288DE}" type="presOf" srcId="{B955F780-D28E-4076-BFFE-C529612281D1}" destId="{92C239FB-6140-4E12-BDEE-26A35BF314DC}" srcOrd="0" destOrd="0" presId="urn:microsoft.com/office/officeart/2005/8/layout/default"/>
    <dgm:cxn modelId="{D66F250F-AC99-43BD-975A-830FD0DBC4EE}" srcId="{DDE0A226-63A9-41F5-9F94-AEA23920B863}" destId="{E7D3DD14-23E7-403D-A001-5875EC9C0E7A}" srcOrd="0" destOrd="0" parTransId="{D4979986-4FF9-4501-9598-94804F187A63}" sibTransId="{EB33EC73-8BC5-487F-998E-BEE02E2BB762}"/>
    <dgm:cxn modelId="{EE8CB920-3786-49B1-92A7-296CAF90DDF2}" type="presOf" srcId="{DDE0A226-63A9-41F5-9F94-AEA23920B863}" destId="{3086681D-563C-4D8B-9B6E-1C16A45EB374}" srcOrd="0" destOrd="0" presId="urn:microsoft.com/office/officeart/2005/8/layout/default"/>
    <dgm:cxn modelId="{ECF1E928-027C-444D-A5E7-D73D23C9B695}" srcId="{DDE0A226-63A9-41F5-9F94-AEA23920B863}" destId="{B955F780-D28E-4076-BFFE-C529612281D1}" srcOrd="4" destOrd="0" parTransId="{687389F8-48BA-47D4-88BF-5B5EBAEABFC5}" sibTransId="{2F60AA32-36EC-4732-8503-A89A68923023}"/>
    <dgm:cxn modelId="{94E63768-95E3-4F86-9AE1-99884FF645F5}" type="presOf" srcId="{3CFA0539-2DDE-42D6-BEFA-6C261F3C7959}" destId="{4DF74E19-5A8A-44DB-A876-DFB0E26E21CF}" srcOrd="0" destOrd="0" presId="urn:microsoft.com/office/officeart/2005/8/layout/default"/>
    <dgm:cxn modelId="{61A49A6A-9C20-404D-9DF6-7C6A932B95E1}" type="presOf" srcId="{B5140808-DD0F-490B-89C3-854B6253C2CF}" destId="{0C478BF5-1AE1-4282-886E-9BC4D4AE92B2}" srcOrd="0" destOrd="0" presId="urn:microsoft.com/office/officeart/2005/8/layout/default"/>
    <dgm:cxn modelId="{6C5323AD-956C-41DE-A99F-59375B44543F}" type="presOf" srcId="{E7D3DD14-23E7-403D-A001-5875EC9C0E7A}" destId="{CA04683B-6CE4-4A0D-905C-907A95663B19}" srcOrd="0" destOrd="0" presId="urn:microsoft.com/office/officeart/2005/8/layout/default"/>
    <dgm:cxn modelId="{164AAFB8-B1A7-4EFF-8565-2BA6326003F4}" type="presOf" srcId="{1614EB02-045D-46BB-9253-FE662F5B5693}" destId="{113593FB-0080-4C1F-94A7-A3FE12E4773F}" srcOrd="0" destOrd="0" presId="urn:microsoft.com/office/officeart/2005/8/layout/default"/>
    <dgm:cxn modelId="{FF91FBC7-830B-4AC6-9E23-E488776B465B}" srcId="{DDE0A226-63A9-41F5-9F94-AEA23920B863}" destId="{B5140808-DD0F-490B-89C3-854B6253C2CF}" srcOrd="3" destOrd="0" parTransId="{F51BA5EE-893F-49E3-8EDC-00E038BDB7C4}" sibTransId="{F67C1CB5-531D-41C2-80A5-34CD4952B543}"/>
    <dgm:cxn modelId="{2A66A2F1-5CCE-4124-B28B-B4B9B84EC7EA}" srcId="{DDE0A226-63A9-41F5-9F94-AEA23920B863}" destId="{1614EB02-045D-46BB-9253-FE662F5B5693}" srcOrd="2" destOrd="0" parTransId="{D612FEEC-3C84-462B-9E1B-D5C9C1606BBF}" sibTransId="{63D08AC3-6362-453A-9E30-47464DD7C42F}"/>
    <dgm:cxn modelId="{E0E05B5A-73BC-4584-9039-3EA81C0C502D}" type="presParOf" srcId="{3086681D-563C-4D8B-9B6E-1C16A45EB374}" destId="{CA04683B-6CE4-4A0D-905C-907A95663B19}" srcOrd="0" destOrd="0" presId="urn:microsoft.com/office/officeart/2005/8/layout/default"/>
    <dgm:cxn modelId="{BE15EB37-0F66-4BC5-9E78-C36509479097}" type="presParOf" srcId="{3086681D-563C-4D8B-9B6E-1C16A45EB374}" destId="{5732E46B-3908-4CB5-B160-210C7C12C32B}" srcOrd="1" destOrd="0" presId="urn:microsoft.com/office/officeart/2005/8/layout/default"/>
    <dgm:cxn modelId="{9A09D952-4B83-4719-9816-FCDC8477AB11}" type="presParOf" srcId="{3086681D-563C-4D8B-9B6E-1C16A45EB374}" destId="{4DF74E19-5A8A-44DB-A876-DFB0E26E21CF}" srcOrd="2" destOrd="0" presId="urn:microsoft.com/office/officeart/2005/8/layout/default"/>
    <dgm:cxn modelId="{BA949386-8E0E-4CB3-AC05-BA6278DF8491}" type="presParOf" srcId="{3086681D-563C-4D8B-9B6E-1C16A45EB374}" destId="{CFE5A283-E1CB-4971-B2D9-81C1540F82DB}" srcOrd="3" destOrd="0" presId="urn:microsoft.com/office/officeart/2005/8/layout/default"/>
    <dgm:cxn modelId="{2E2B2555-BFBD-45E8-93E7-A2FED8EEC579}" type="presParOf" srcId="{3086681D-563C-4D8B-9B6E-1C16A45EB374}" destId="{113593FB-0080-4C1F-94A7-A3FE12E4773F}" srcOrd="4" destOrd="0" presId="urn:microsoft.com/office/officeart/2005/8/layout/default"/>
    <dgm:cxn modelId="{44D3DDD6-DE5E-49E1-A3C0-FC91439181FB}" type="presParOf" srcId="{3086681D-563C-4D8B-9B6E-1C16A45EB374}" destId="{2E021AF5-CFF3-4A9A-B44D-22E16FEA1916}" srcOrd="5" destOrd="0" presId="urn:microsoft.com/office/officeart/2005/8/layout/default"/>
    <dgm:cxn modelId="{E841FF5D-6F5C-48E9-B694-CE90B53F70EC}" type="presParOf" srcId="{3086681D-563C-4D8B-9B6E-1C16A45EB374}" destId="{0C478BF5-1AE1-4282-886E-9BC4D4AE92B2}" srcOrd="6" destOrd="0" presId="urn:microsoft.com/office/officeart/2005/8/layout/default"/>
    <dgm:cxn modelId="{9130F15E-7CB0-4D8D-A67F-95F1DA8972F1}" type="presParOf" srcId="{3086681D-563C-4D8B-9B6E-1C16A45EB374}" destId="{E6D2D783-E46A-49FF-8FA4-54A436602BDD}" srcOrd="7" destOrd="0" presId="urn:microsoft.com/office/officeart/2005/8/layout/default"/>
    <dgm:cxn modelId="{B79A667B-0ECA-43FB-93C2-1CE2FB02B3CC}" type="presParOf" srcId="{3086681D-563C-4D8B-9B6E-1C16A45EB374}" destId="{92C239FB-6140-4E12-BDEE-26A35BF314DC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AF30708-1B38-4BBB-A30A-E20B4B85C27A}" type="doc">
      <dgm:prSet loTypeId="urn:microsoft.com/office/officeart/2005/8/layout/vList5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545F600-1618-43BD-862A-6C7C81E8E7CF}">
      <dgm:prSet/>
      <dgm:spPr/>
      <dgm:t>
        <a:bodyPr/>
        <a:lstStyle/>
        <a:p>
          <a:r>
            <a:rPr lang="en-US"/>
            <a:t>Pattern Used:</a:t>
          </a:r>
        </a:p>
      </dgm:t>
    </dgm:pt>
    <dgm:pt modelId="{21F076AD-A6B1-41DE-A867-A072031553ED}" type="parTrans" cxnId="{136B41F8-1B28-463D-8B55-0851C2CA8DB0}">
      <dgm:prSet/>
      <dgm:spPr/>
      <dgm:t>
        <a:bodyPr/>
        <a:lstStyle/>
        <a:p>
          <a:endParaRPr lang="en-US"/>
        </a:p>
      </dgm:t>
    </dgm:pt>
    <dgm:pt modelId="{6292A4A3-BDE6-49E4-A2FF-E19F9BD5D497}" type="sibTrans" cxnId="{136B41F8-1B28-463D-8B55-0851C2CA8DB0}">
      <dgm:prSet/>
      <dgm:spPr/>
      <dgm:t>
        <a:bodyPr/>
        <a:lstStyle/>
        <a:p>
          <a:endParaRPr lang="en-US"/>
        </a:p>
      </dgm:t>
    </dgm:pt>
    <dgm:pt modelId="{EF4AE329-46F6-4829-BD0E-DFFEFAA4AD2E}">
      <dgm:prSet/>
      <dgm:spPr/>
      <dgm:t>
        <a:bodyPr/>
        <a:lstStyle/>
        <a:p>
          <a:r>
            <a:rPr lang="en-US"/>
            <a:t>^[A-Z]{5}[0-9]{4}[A-Z]$</a:t>
          </a:r>
        </a:p>
      </dgm:t>
    </dgm:pt>
    <dgm:pt modelId="{6EB5F2C5-A781-49F0-AB49-8503B26B3AC4}" type="parTrans" cxnId="{15DE49D9-4759-4E7B-9837-25E2173E279D}">
      <dgm:prSet/>
      <dgm:spPr/>
      <dgm:t>
        <a:bodyPr/>
        <a:lstStyle/>
        <a:p>
          <a:endParaRPr lang="en-US"/>
        </a:p>
      </dgm:t>
    </dgm:pt>
    <dgm:pt modelId="{6EB2E0A2-19A8-46E6-9756-63836C7C0D92}" type="sibTrans" cxnId="{15DE49D9-4759-4E7B-9837-25E2173E279D}">
      <dgm:prSet/>
      <dgm:spPr/>
      <dgm:t>
        <a:bodyPr/>
        <a:lstStyle/>
        <a:p>
          <a:endParaRPr lang="en-US"/>
        </a:p>
      </dgm:t>
    </dgm:pt>
    <dgm:pt modelId="{3716E8F4-1D22-412E-A841-9875F76DCF62}">
      <dgm:prSet/>
      <dgm:spPr/>
      <dgm:t>
        <a:bodyPr/>
        <a:lstStyle/>
        <a:p>
          <a:r>
            <a:rPr lang="en-US"/>
            <a:t>• 5 Capital Letters</a:t>
          </a:r>
        </a:p>
      </dgm:t>
    </dgm:pt>
    <dgm:pt modelId="{D19C4D3A-D2E9-4051-ACA1-F337AC951A57}" type="parTrans" cxnId="{237C4139-61AD-4958-922A-0BEF20934FC6}">
      <dgm:prSet/>
      <dgm:spPr/>
      <dgm:t>
        <a:bodyPr/>
        <a:lstStyle/>
        <a:p>
          <a:endParaRPr lang="en-US"/>
        </a:p>
      </dgm:t>
    </dgm:pt>
    <dgm:pt modelId="{A7100079-7208-47E0-9BDA-D3AA153D08AD}" type="sibTrans" cxnId="{237C4139-61AD-4958-922A-0BEF20934FC6}">
      <dgm:prSet/>
      <dgm:spPr/>
      <dgm:t>
        <a:bodyPr/>
        <a:lstStyle/>
        <a:p>
          <a:endParaRPr lang="en-US"/>
        </a:p>
      </dgm:t>
    </dgm:pt>
    <dgm:pt modelId="{5A1ACC52-5C37-4C9A-B13E-63D63BDCADCF}">
      <dgm:prSet/>
      <dgm:spPr/>
      <dgm:t>
        <a:bodyPr/>
        <a:lstStyle/>
        <a:p>
          <a:r>
            <a:rPr lang="en-US"/>
            <a:t>• 4 Digits</a:t>
          </a:r>
        </a:p>
      </dgm:t>
    </dgm:pt>
    <dgm:pt modelId="{228F0974-408A-460C-8C06-CA87868B6CDE}" type="parTrans" cxnId="{E636CAC9-5F73-4D98-A9CC-437157597F9A}">
      <dgm:prSet/>
      <dgm:spPr/>
      <dgm:t>
        <a:bodyPr/>
        <a:lstStyle/>
        <a:p>
          <a:endParaRPr lang="en-US"/>
        </a:p>
      </dgm:t>
    </dgm:pt>
    <dgm:pt modelId="{A35561D3-8B27-4D0C-BBF3-56BF367A0D12}" type="sibTrans" cxnId="{E636CAC9-5F73-4D98-A9CC-437157597F9A}">
      <dgm:prSet/>
      <dgm:spPr/>
      <dgm:t>
        <a:bodyPr/>
        <a:lstStyle/>
        <a:p>
          <a:endParaRPr lang="en-US"/>
        </a:p>
      </dgm:t>
    </dgm:pt>
    <dgm:pt modelId="{D1334438-FC3D-44D0-873B-662BA2CDFC43}">
      <dgm:prSet/>
      <dgm:spPr/>
      <dgm:t>
        <a:bodyPr/>
        <a:lstStyle/>
        <a:p>
          <a:r>
            <a:rPr lang="en-US"/>
            <a:t>• 1 Capital Letter</a:t>
          </a:r>
        </a:p>
      </dgm:t>
    </dgm:pt>
    <dgm:pt modelId="{8C2D35A6-6D48-40D8-96A9-A4E373441F9D}" type="parTrans" cxnId="{9C9BA5BE-9649-4679-9798-56D3A99F5E93}">
      <dgm:prSet/>
      <dgm:spPr/>
      <dgm:t>
        <a:bodyPr/>
        <a:lstStyle/>
        <a:p>
          <a:endParaRPr lang="en-US"/>
        </a:p>
      </dgm:t>
    </dgm:pt>
    <dgm:pt modelId="{EF9BEFF4-54A8-438B-9EFB-7112F6AC6B10}" type="sibTrans" cxnId="{9C9BA5BE-9649-4679-9798-56D3A99F5E93}">
      <dgm:prSet/>
      <dgm:spPr/>
      <dgm:t>
        <a:bodyPr/>
        <a:lstStyle/>
        <a:p>
          <a:endParaRPr lang="en-US"/>
        </a:p>
      </dgm:t>
    </dgm:pt>
    <dgm:pt modelId="{D7A5EBF0-0EB6-4495-86E1-2D66A9A11FE6}" type="pres">
      <dgm:prSet presAssocID="{DAF30708-1B38-4BBB-A30A-E20B4B85C27A}" presName="Name0" presStyleCnt="0">
        <dgm:presLayoutVars>
          <dgm:dir/>
          <dgm:animLvl val="lvl"/>
          <dgm:resizeHandles val="exact"/>
        </dgm:presLayoutVars>
      </dgm:prSet>
      <dgm:spPr/>
    </dgm:pt>
    <dgm:pt modelId="{F891E16F-7BAB-43BD-9613-9C0D490E02CD}" type="pres">
      <dgm:prSet presAssocID="{B545F600-1618-43BD-862A-6C7C81E8E7CF}" presName="linNode" presStyleCnt="0"/>
      <dgm:spPr/>
    </dgm:pt>
    <dgm:pt modelId="{1CC8AC0B-2AB1-4CC0-9579-951B8ABB57F3}" type="pres">
      <dgm:prSet presAssocID="{B545F600-1618-43BD-862A-6C7C81E8E7CF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73C06778-F78D-45AC-908E-8637CAA84CB4}" type="pres">
      <dgm:prSet presAssocID="{6292A4A3-BDE6-49E4-A2FF-E19F9BD5D497}" presName="sp" presStyleCnt="0"/>
      <dgm:spPr/>
    </dgm:pt>
    <dgm:pt modelId="{D7360C05-EC99-4980-ACC4-DBA9522CB52B}" type="pres">
      <dgm:prSet presAssocID="{EF4AE329-46F6-4829-BD0E-DFFEFAA4AD2E}" presName="linNode" presStyleCnt="0"/>
      <dgm:spPr/>
    </dgm:pt>
    <dgm:pt modelId="{D8AB225E-807B-4CB4-BAF2-C75D4B26254B}" type="pres">
      <dgm:prSet presAssocID="{EF4AE329-46F6-4829-BD0E-DFFEFAA4AD2E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05A729D0-D1AA-463A-86AA-91C76D4ED678}" type="pres">
      <dgm:prSet presAssocID="{6EB2E0A2-19A8-46E6-9756-63836C7C0D92}" presName="sp" presStyleCnt="0"/>
      <dgm:spPr/>
    </dgm:pt>
    <dgm:pt modelId="{79880BF3-3906-494E-82CD-1CF12E3DCE07}" type="pres">
      <dgm:prSet presAssocID="{3716E8F4-1D22-412E-A841-9875F76DCF62}" presName="linNode" presStyleCnt="0"/>
      <dgm:spPr/>
    </dgm:pt>
    <dgm:pt modelId="{0F6584BB-437C-4C10-A4EF-C1D050B37C06}" type="pres">
      <dgm:prSet presAssocID="{3716E8F4-1D22-412E-A841-9875F76DCF62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4E7D0B30-A51C-47F3-97D8-2866FAB8DAA3}" type="pres">
      <dgm:prSet presAssocID="{A7100079-7208-47E0-9BDA-D3AA153D08AD}" presName="sp" presStyleCnt="0"/>
      <dgm:spPr/>
    </dgm:pt>
    <dgm:pt modelId="{217F5BAD-4589-4E82-B741-A8353FEF07D9}" type="pres">
      <dgm:prSet presAssocID="{5A1ACC52-5C37-4C9A-B13E-63D63BDCADCF}" presName="linNode" presStyleCnt="0"/>
      <dgm:spPr/>
    </dgm:pt>
    <dgm:pt modelId="{C770266B-626F-4BDA-BE2A-6F2F187FA35E}" type="pres">
      <dgm:prSet presAssocID="{5A1ACC52-5C37-4C9A-B13E-63D63BDCADCF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05A6B906-65FE-44F8-9CC8-715612A03EB0}" type="pres">
      <dgm:prSet presAssocID="{A35561D3-8B27-4D0C-BBF3-56BF367A0D12}" presName="sp" presStyleCnt="0"/>
      <dgm:spPr/>
    </dgm:pt>
    <dgm:pt modelId="{ECB8CA83-C1C0-49C8-922E-31B76576A20F}" type="pres">
      <dgm:prSet presAssocID="{D1334438-FC3D-44D0-873B-662BA2CDFC43}" presName="linNode" presStyleCnt="0"/>
      <dgm:spPr/>
    </dgm:pt>
    <dgm:pt modelId="{D7F186AA-34F2-4E2E-A944-E628422BA0F9}" type="pres">
      <dgm:prSet presAssocID="{D1334438-FC3D-44D0-873B-662BA2CDFC43}" presName="parentText" presStyleLbl="node1" presStyleIdx="4" presStyleCnt="5">
        <dgm:presLayoutVars>
          <dgm:chMax val="1"/>
          <dgm:bulletEnabled val="1"/>
        </dgm:presLayoutVars>
      </dgm:prSet>
      <dgm:spPr/>
    </dgm:pt>
  </dgm:ptLst>
  <dgm:cxnLst>
    <dgm:cxn modelId="{237C4139-61AD-4958-922A-0BEF20934FC6}" srcId="{DAF30708-1B38-4BBB-A30A-E20B4B85C27A}" destId="{3716E8F4-1D22-412E-A841-9875F76DCF62}" srcOrd="2" destOrd="0" parTransId="{D19C4D3A-D2E9-4051-ACA1-F337AC951A57}" sibTransId="{A7100079-7208-47E0-9BDA-D3AA153D08AD}"/>
    <dgm:cxn modelId="{88E3735F-2039-47DD-BBA7-8EEBF8FD2035}" type="presOf" srcId="{5A1ACC52-5C37-4C9A-B13E-63D63BDCADCF}" destId="{C770266B-626F-4BDA-BE2A-6F2F187FA35E}" srcOrd="0" destOrd="0" presId="urn:microsoft.com/office/officeart/2005/8/layout/vList5"/>
    <dgm:cxn modelId="{C5F6E9A3-9DC5-4937-9B45-A9117D71C66E}" type="presOf" srcId="{EF4AE329-46F6-4829-BD0E-DFFEFAA4AD2E}" destId="{D8AB225E-807B-4CB4-BAF2-C75D4B26254B}" srcOrd="0" destOrd="0" presId="urn:microsoft.com/office/officeart/2005/8/layout/vList5"/>
    <dgm:cxn modelId="{C1DE9BB4-2702-4FB8-A00A-58D4043B675D}" type="presOf" srcId="{B545F600-1618-43BD-862A-6C7C81E8E7CF}" destId="{1CC8AC0B-2AB1-4CC0-9579-951B8ABB57F3}" srcOrd="0" destOrd="0" presId="urn:microsoft.com/office/officeart/2005/8/layout/vList5"/>
    <dgm:cxn modelId="{A6DA17B8-6869-47F3-BCA3-A9C10F5051F2}" type="presOf" srcId="{3716E8F4-1D22-412E-A841-9875F76DCF62}" destId="{0F6584BB-437C-4C10-A4EF-C1D050B37C06}" srcOrd="0" destOrd="0" presId="urn:microsoft.com/office/officeart/2005/8/layout/vList5"/>
    <dgm:cxn modelId="{9C9BA5BE-9649-4679-9798-56D3A99F5E93}" srcId="{DAF30708-1B38-4BBB-A30A-E20B4B85C27A}" destId="{D1334438-FC3D-44D0-873B-662BA2CDFC43}" srcOrd="4" destOrd="0" parTransId="{8C2D35A6-6D48-40D8-96A9-A4E373441F9D}" sibTransId="{EF9BEFF4-54A8-438B-9EFB-7112F6AC6B10}"/>
    <dgm:cxn modelId="{E636CAC9-5F73-4D98-A9CC-437157597F9A}" srcId="{DAF30708-1B38-4BBB-A30A-E20B4B85C27A}" destId="{5A1ACC52-5C37-4C9A-B13E-63D63BDCADCF}" srcOrd="3" destOrd="0" parTransId="{228F0974-408A-460C-8C06-CA87868B6CDE}" sibTransId="{A35561D3-8B27-4D0C-BBF3-56BF367A0D12}"/>
    <dgm:cxn modelId="{1FF28CD2-CC87-4463-AA7B-D242F7010885}" type="presOf" srcId="{DAF30708-1B38-4BBB-A30A-E20B4B85C27A}" destId="{D7A5EBF0-0EB6-4495-86E1-2D66A9A11FE6}" srcOrd="0" destOrd="0" presId="urn:microsoft.com/office/officeart/2005/8/layout/vList5"/>
    <dgm:cxn modelId="{15DE49D9-4759-4E7B-9837-25E2173E279D}" srcId="{DAF30708-1B38-4BBB-A30A-E20B4B85C27A}" destId="{EF4AE329-46F6-4829-BD0E-DFFEFAA4AD2E}" srcOrd="1" destOrd="0" parTransId="{6EB5F2C5-A781-49F0-AB49-8503B26B3AC4}" sibTransId="{6EB2E0A2-19A8-46E6-9756-63836C7C0D92}"/>
    <dgm:cxn modelId="{CB1402F8-A0B2-44E5-A5D7-65921005E2BF}" type="presOf" srcId="{D1334438-FC3D-44D0-873B-662BA2CDFC43}" destId="{D7F186AA-34F2-4E2E-A944-E628422BA0F9}" srcOrd="0" destOrd="0" presId="urn:microsoft.com/office/officeart/2005/8/layout/vList5"/>
    <dgm:cxn modelId="{136B41F8-1B28-463D-8B55-0851C2CA8DB0}" srcId="{DAF30708-1B38-4BBB-A30A-E20B4B85C27A}" destId="{B545F600-1618-43BD-862A-6C7C81E8E7CF}" srcOrd="0" destOrd="0" parTransId="{21F076AD-A6B1-41DE-A867-A072031553ED}" sibTransId="{6292A4A3-BDE6-49E4-A2FF-E19F9BD5D497}"/>
    <dgm:cxn modelId="{4450B25A-1F91-48CD-961E-DE57107134B6}" type="presParOf" srcId="{D7A5EBF0-0EB6-4495-86E1-2D66A9A11FE6}" destId="{F891E16F-7BAB-43BD-9613-9C0D490E02CD}" srcOrd="0" destOrd="0" presId="urn:microsoft.com/office/officeart/2005/8/layout/vList5"/>
    <dgm:cxn modelId="{01B950F3-DAAE-46AF-A2DF-4AAEEE940635}" type="presParOf" srcId="{F891E16F-7BAB-43BD-9613-9C0D490E02CD}" destId="{1CC8AC0B-2AB1-4CC0-9579-951B8ABB57F3}" srcOrd="0" destOrd="0" presId="urn:microsoft.com/office/officeart/2005/8/layout/vList5"/>
    <dgm:cxn modelId="{F0B3FFA3-9BC1-4ADF-AB1D-298EE88923A8}" type="presParOf" srcId="{D7A5EBF0-0EB6-4495-86E1-2D66A9A11FE6}" destId="{73C06778-F78D-45AC-908E-8637CAA84CB4}" srcOrd="1" destOrd="0" presId="urn:microsoft.com/office/officeart/2005/8/layout/vList5"/>
    <dgm:cxn modelId="{32FA493A-BA87-4E8C-B4B0-6C840B08BDCA}" type="presParOf" srcId="{D7A5EBF0-0EB6-4495-86E1-2D66A9A11FE6}" destId="{D7360C05-EC99-4980-ACC4-DBA9522CB52B}" srcOrd="2" destOrd="0" presId="urn:microsoft.com/office/officeart/2005/8/layout/vList5"/>
    <dgm:cxn modelId="{081A6D2C-C777-48EC-836D-84A0C8A01B7B}" type="presParOf" srcId="{D7360C05-EC99-4980-ACC4-DBA9522CB52B}" destId="{D8AB225E-807B-4CB4-BAF2-C75D4B26254B}" srcOrd="0" destOrd="0" presId="urn:microsoft.com/office/officeart/2005/8/layout/vList5"/>
    <dgm:cxn modelId="{F81C689D-1FE0-4AE8-B840-37F37D0F200C}" type="presParOf" srcId="{D7A5EBF0-0EB6-4495-86E1-2D66A9A11FE6}" destId="{05A729D0-D1AA-463A-86AA-91C76D4ED678}" srcOrd="3" destOrd="0" presId="urn:microsoft.com/office/officeart/2005/8/layout/vList5"/>
    <dgm:cxn modelId="{00D97480-2A9B-479C-9819-79B9BE69410D}" type="presParOf" srcId="{D7A5EBF0-0EB6-4495-86E1-2D66A9A11FE6}" destId="{79880BF3-3906-494E-82CD-1CF12E3DCE07}" srcOrd="4" destOrd="0" presId="urn:microsoft.com/office/officeart/2005/8/layout/vList5"/>
    <dgm:cxn modelId="{D1D450AD-924E-4216-9F22-449206397935}" type="presParOf" srcId="{79880BF3-3906-494E-82CD-1CF12E3DCE07}" destId="{0F6584BB-437C-4C10-A4EF-C1D050B37C06}" srcOrd="0" destOrd="0" presId="urn:microsoft.com/office/officeart/2005/8/layout/vList5"/>
    <dgm:cxn modelId="{CC99F4D7-0FF8-42D5-AAC7-26262AE4BE14}" type="presParOf" srcId="{D7A5EBF0-0EB6-4495-86E1-2D66A9A11FE6}" destId="{4E7D0B30-A51C-47F3-97D8-2866FAB8DAA3}" srcOrd="5" destOrd="0" presId="urn:microsoft.com/office/officeart/2005/8/layout/vList5"/>
    <dgm:cxn modelId="{AA300B45-1C36-4C5E-8DE1-20AFCB206290}" type="presParOf" srcId="{D7A5EBF0-0EB6-4495-86E1-2D66A9A11FE6}" destId="{217F5BAD-4589-4E82-B741-A8353FEF07D9}" srcOrd="6" destOrd="0" presId="urn:microsoft.com/office/officeart/2005/8/layout/vList5"/>
    <dgm:cxn modelId="{F41164B4-A77E-4F88-A4D0-064E377D4B1C}" type="presParOf" srcId="{217F5BAD-4589-4E82-B741-A8353FEF07D9}" destId="{C770266B-626F-4BDA-BE2A-6F2F187FA35E}" srcOrd="0" destOrd="0" presId="urn:microsoft.com/office/officeart/2005/8/layout/vList5"/>
    <dgm:cxn modelId="{C03F7087-4BD1-4A5F-AEE3-27BC7BCE6398}" type="presParOf" srcId="{D7A5EBF0-0EB6-4495-86E1-2D66A9A11FE6}" destId="{05A6B906-65FE-44F8-9CC8-715612A03EB0}" srcOrd="7" destOrd="0" presId="urn:microsoft.com/office/officeart/2005/8/layout/vList5"/>
    <dgm:cxn modelId="{F0B4B17C-8E1C-4809-8B6E-F2F80C3DAE78}" type="presParOf" srcId="{D7A5EBF0-0EB6-4495-86E1-2D66A9A11FE6}" destId="{ECB8CA83-C1C0-49C8-922E-31B76576A20F}" srcOrd="8" destOrd="0" presId="urn:microsoft.com/office/officeart/2005/8/layout/vList5"/>
    <dgm:cxn modelId="{7EA944B6-1C8C-4D23-9D3B-ABBDA9338AAE}" type="presParOf" srcId="{ECB8CA83-C1C0-49C8-922E-31B76576A20F}" destId="{D7F186AA-34F2-4E2E-A944-E628422BA0F9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36298D-C73B-473F-99B8-F4CDA8C110E6}">
      <dsp:nvSpPr>
        <dsp:cNvPr id="0" name=""/>
        <dsp:cNvSpPr/>
      </dsp:nvSpPr>
      <dsp:spPr>
        <a:xfrm>
          <a:off x="616935" y="1100"/>
          <a:ext cx="921683" cy="92168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36A409-BD82-4810-BB1E-FE10CE198872}">
      <dsp:nvSpPr>
        <dsp:cNvPr id="0" name=""/>
        <dsp:cNvSpPr/>
      </dsp:nvSpPr>
      <dsp:spPr>
        <a:xfrm>
          <a:off x="810488" y="194654"/>
          <a:ext cx="534576" cy="5345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C04B52-413B-4167-8FF6-5B9090AE3013}">
      <dsp:nvSpPr>
        <dsp:cNvPr id="0" name=""/>
        <dsp:cNvSpPr/>
      </dsp:nvSpPr>
      <dsp:spPr>
        <a:xfrm>
          <a:off x="1736122" y="110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Created MySQL Database (pancard)</a:t>
          </a:r>
        </a:p>
      </dsp:txBody>
      <dsp:txXfrm>
        <a:off x="1736122" y="1100"/>
        <a:ext cx="2172539" cy="921683"/>
      </dsp:txXfrm>
    </dsp:sp>
    <dsp:sp modelId="{109B309F-EFF4-45CF-B91D-250C186F6843}">
      <dsp:nvSpPr>
        <dsp:cNvPr id="0" name=""/>
        <dsp:cNvSpPr/>
      </dsp:nvSpPr>
      <dsp:spPr>
        <a:xfrm>
          <a:off x="4287209" y="1100"/>
          <a:ext cx="921683" cy="92168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777D32-04B9-474E-A8E9-252A4343DC6A}">
      <dsp:nvSpPr>
        <dsp:cNvPr id="0" name=""/>
        <dsp:cNvSpPr/>
      </dsp:nvSpPr>
      <dsp:spPr>
        <a:xfrm>
          <a:off x="4480763" y="194654"/>
          <a:ext cx="534576" cy="5345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B5190C-BDC5-497A-B100-3BA4044F6B72}">
      <dsp:nvSpPr>
        <dsp:cNvPr id="0" name=""/>
        <dsp:cNvSpPr/>
      </dsp:nvSpPr>
      <dsp:spPr>
        <a:xfrm>
          <a:off x="5406396" y="110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Loaded PAN Dataset using LOAD DATA INFILE</a:t>
          </a:r>
        </a:p>
      </dsp:txBody>
      <dsp:txXfrm>
        <a:off x="5406396" y="1100"/>
        <a:ext cx="2172539" cy="921683"/>
      </dsp:txXfrm>
    </dsp:sp>
    <dsp:sp modelId="{AC31E461-9E97-46BD-850B-DE64772DFCD5}">
      <dsp:nvSpPr>
        <dsp:cNvPr id="0" name=""/>
        <dsp:cNvSpPr/>
      </dsp:nvSpPr>
      <dsp:spPr>
        <a:xfrm>
          <a:off x="616935" y="1635560"/>
          <a:ext cx="921683" cy="92168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3DAAC4-4B48-4156-9E4F-BEDA2EE16ECD}">
      <dsp:nvSpPr>
        <dsp:cNvPr id="0" name=""/>
        <dsp:cNvSpPr/>
      </dsp:nvSpPr>
      <dsp:spPr>
        <a:xfrm>
          <a:off x="810488" y="1829114"/>
          <a:ext cx="534576" cy="5345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EC8D99-4D8B-4335-BAE1-C7F8A33228D4}">
      <dsp:nvSpPr>
        <dsp:cNvPr id="0" name=""/>
        <dsp:cNvSpPr/>
      </dsp:nvSpPr>
      <dsp:spPr>
        <a:xfrm>
          <a:off x="1736122" y="163556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Performed Data Cleaning</a:t>
          </a:r>
        </a:p>
      </dsp:txBody>
      <dsp:txXfrm>
        <a:off x="1736122" y="1635560"/>
        <a:ext cx="2172539" cy="921683"/>
      </dsp:txXfrm>
    </dsp:sp>
    <dsp:sp modelId="{05703100-BA69-4573-BA1C-AE0CB607E87A}">
      <dsp:nvSpPr>
        <dsp:cNvPr id="0" name=""/>
        <dsp:cNvSpPr/>
      </dsp:nvSpPr>
      <dsp:spPr>
        <a:xfrm>
          <a:off x="4287209" y="1635560"/>
          <a:ext cx="921683" cy="92168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5B4E9E-036C-4B1F-877A-E6C85748DB58}">
      <dsp:nvSpPr>
        <dsp:cNvPr id="0" name=""/>
        <dsp:cNvSpPr/>
      </dsp:nvSpPr>
      <dsp:spPr>
        <a:xfrm>
          <a:off x="4480763" y="1829114"/>
          <a:ext cx="534576" cy="53457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A7825C-4A54-49F0-9771-367CF582FA06}">
      <dsp:nvSpPr>
        <dsp:cNvPr id="0" name=""/>
        <dsp:cNvSpPr/>
      </dsp:nvSpPr>
      <dsp:spPr>
        <a:xfrm>
          <a:off x="5406396" y="163556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Applied REGEXP for PAN Validation</a:t>
          </a:r>
        </a:p>
      </dsp:txBody>
      <dsp:txXfrm>
        <a:off x="5406396" y="1635560"/>
        <a:ext cx="2172539" cy="921683"/>
      </dsp:txXfrm>
    </dsp:sp>
    <dsp:sp modelId="{41428BF8-795B-46CA-98EB-A2A3B4D0E562}">
      <dsp:nvSpPr>
        <dsp:cNvPr id="0" name=""/>
        <dsp:cNvSpPr/>
      </dsp:nvSpPr>
      <dsp:spPr>
        <a:xfrm>
          <a:off x="616935" y="3270020"/>
          <a:ext cx="921683" cy="92168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881F2C-F165-4B48-BED2-1316DA4C447F}">
      <dsp:nvSpPr>
        <dsp:cNvPr id="0" name=""/>
        <dsp:cNvSpPr/>
      </dsp:nvSpPr>
      <dsp:spPr>
        <a:xfrm>
          <a:off x="810488" y="3463574"/>
          <a:ext cx="534576" cy="53457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88ECDB-BCA9-41FE-A330-AB2077A2AF2B}">
      <dsp:nvSpPr>
        <dsp:cNvPr id="0" name=""/>
        <dsp:cNvSpPr/>
      </dsp:nvSpPr>
      <dsp:spPr>
        <a:xfrm>
          <a:off x="1736122" y="327002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Implemented CTE for Normalization</a:t>
          </a:r>
        </a:p>
      </dsp:txBody>
      <dsp:txXfrm>
        <a:off x="1736122" y="3270020"/>
        <a:ext cx="2172539" cy="92168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04683B-6CE4-4A0D-905C-907A95663B19}">
      <dsp:nvSpPr>
        <dsp:cNvPr id="0" name=""/>
        <dsp:cNvSpPr/>
      </dsp:nvSpPr>
      <dsp:spPr>
        <a:xfrm>
          <a:off x="532" y="764213"/>
          <a:ext cx="2074896" cy="124493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Removed NULL and Blank Values</a:t>
          </a:r>
        </a:p>
      </dsp:txBody>
      <dsp:txXfrm>
        <a:off x="532" y="764213"/>
        <a:ext cx="2074896" cy="1244937"/>
      </dsp:txXfrm>
    </dsp:sp>
    <dsp:sp modelId="{4DF74E19-5A8A-44DB-A876-DFB0E26E21CF}">
      <dsp:nvSpPr>
        <dsp:cNvPr id="0" name=""/>
        <dsp:cNvSpPr/>
      </dsp:nvSpPr>
      <dsp:spPr>
        <a:xfrm>
          <a:off x="2282917" y="764213"/>
          <a:ext cx="2074896" cy="1244937"/>
        </a:xfrm>
        <a:prstGeom prst="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Trimmed Extra Spaces</a:t>
          </a:r>
        </a:p>
      </dsp:txBody>
      <dsp:txXfrm>
        <a:off x="2282917" y="764213"/>
        <a:ext cx="2074896" cy="1244937"/>
      </dsp:txXfrm>
    </dsp:sp>
    <dsp:sp modelId="{113593FB-0080-4C1F-94A7-A3FE12E4773F}">
      <dsp:nvSpPr>
        <dsp:cNvPr id="0" name=""/>
        <dsp:cNvSpPr/>
      </dsp:nvSpPr>
      <dsp:spPr>
        <a:xfrm>
          <a:off x="532" y="2216640"/>
          <a:ext cx="2074896" cy="1244937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Converted PAN to Uppercase</a:t>
          </a:r>
        </a:p>
      </dsp:txBody>
      <dsp:txXfrm>
        <a:off x="532" y="2216640"/>
        <a:ext cx="2074896" cy="1244937"/>
      </dsp:txXfrm>
    </dsp:sp>
    <dsp:sp modelId="{0C478BF5-1AE1-4282-886E-9BC4D4AE92B2}">
      <dsp:nvSpPr>
        <dsp:cNvPr id="0" name=""/>
        <dsp:cNvSpPr/>
      </dsp:nvSpPr>
      <dsp:spPr>
        <a:xfrm>
          <a:off x="2282917" y="2216640"/>
          <a:ext cx="2074896" cy="1244937"/>
        </a:xfrm>
        <a:prstGeom prst="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Removed Duplicates using DISTINCT</a:t>
          </a:r>
        </a:p>
      </dsp:txBody>
      <dsp:txXfrm>
        <a:off x="2282917" y="2216640"/>
        <a:ext cx="2074896" cy="1244937"/>
      </dsp:txXfrm>
    </dsp:sp>
    <dsp:sp modelId="{92C239FB-6140-4E12-BDEE-26A35BF314DC}">
      <dsp:nvSpPr>
        <dsp:cNvPr id="0" name=""/>
        <dsp:cNvSpPr/>
      </dsp:nvSpPr>
      <dsp:spPr>
        <a:xfrm>
          <a:off x="1141724" y="3669067"/>
          <a:ext cx="2074896" cy="1244937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Used CTE for Clean Dataset Creation</a:t>
          </a:r>
        </a:p>
      </dsp:txBody>
      <dsp:txXfrm>
        <a:off x="1141724" y="3669067"/>
        <a:ext cx="2074896" cy="12449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C8AC0B-2AB1-4CC0-9579-951B8ABB57F3}">
      <dsp:nvSpPr>
        <dsp:cNvPr id="0" name=""/>
        <dsp:cNvSpPr/>
      </dsp:nvSpPr>
      <dsp:spPr>
        <a:xfrm>
          <a:off x="1277874" y="1722"/>
          <a:ext cx="1437608" cy="753094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Pattern Used:</a:t>
          </a:r>
        </a:p>
      </dsp:txBody>
      <dsp:txXfrm>
        <a:off x="1314637" y="38485"/>
        <a:ext cx="1364082" cy="679568"/>
      </dsp:txXfrm>
    </dsp:sp>
    <dsp:sp modelId="{D8AB225E-807B-4CB4-BAF2-C75D4B26254B}">
      <dsp:nvSpPr>
        <dsp:cNvPr id="0" name=""/>
        <dsp:cNvSpPr/>
      </dsp:nvSpPr>
      <dsp:spPr>
        <a:xfrm>
          <a:off x="1277874" y="792472"/>
          <a:ext cx="1437608" cy="753094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^[A-Z]{5}[0-9]{4}[A-Z]$</a:t>
          </a:r>
        </a:p>
      </dsp:txBody>
      <dsp:txXfrm>
        <a:off x="1314637" y="829235"/>
        <a:ext cx="1364082" cy="679568"/>
      </dsp:txXfrm>
    </dsp:sp>
    <dsp:sp modelId="{0F6584BB-437C-4C10-A4EF-C1D050B37C06}">
      <dsp:nvSpPr>
        <dsp:cNvPr id="0" name=""/>
        <dsp:cNvSpPr/>
      </dsp:nvSpPr>
      <dsp:spPr>
        <a:xfrm>
          <a:off x="1277874" y="1583221"/>
          <a:ext cx="1437608" cy="753094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5 Capital Letters</a:t>
          </a:r>
        </a:p>
      </dsp:txBody>
      <dsp:txXfrm>
        <a:off x="1314637" y="1619984"/>
        <a:ext cx="1364082" cy="679568"/>
      </dsp:txXfrm>
    </dsp:sp>
    <dsp:sp modelId="{C770266B-626F-4BDA-BE2A-6F2F187FA35E}">
      <dsp:nvSpPr>
        <dsp:cNvPr id="0" name=""/>
        <dsp:cNvSpPr/>
      </dsp:nvSpPr>
      <dsp:spPr>
        <a:xfrm>
          <a:off x="1277874" y="2373971"/>
          <a:ext cx="1437608" cy="753094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4 Digits</a:t>
          </a:r>
        </a:p>
      </dsp:txBody>
      <dsp:txXfrm>
        <a:off x="1314637" y="2410734"/>
        <a:ext cx="1364082" cy="679568"/>
      </dsp:txXfrm>
    </dsp:sp>
    <dsp:sp modelId="{D7F186AA-34F2-4E2E-A944-E628422BA0F9}">
      <dsp:nvSpPr>
        <dsp:cNvPr id="0" name=""/>
        <dsp:cNvSpPr/>
      </dsp:nvSpPr>
      <dsp:spPr>
        <a:xfrm>
          <a:off x="1277874" y="3164720"/>
          <a:ext cx="1437608" cy="753094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1 Capital Letter</a:t>
          </a:r>
        </a:p>
      </dsp:txBody>
      <dsp:txXfrm>
        <a:off x="1314637" y="3201483"/>
        <a:ext cx="1364082" cy="6795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3321" y="640080"/>
            <a:ext cx="4688333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4700"/>
              <a:t>PAN Card Validation Using MySQL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73320" y="4636008"/>
            <a:ext cx="4688333" cy="1572768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t>SQL Data Cleaning &amp; Validation Project</a:t>
            </a:r>
            <a:endParaRPr lang="en-US"/>
          </a:p>
          <a:p>
            <a:pPr algn="l">
              <a:lnSpc>
                <a:spcPct val="90000"/>
              </a:lnSpc>
            </a:pPr>
            <a:r>
              <a:t>Ubaid Shaikh</a:t>
            </a:r>
            <a:endParaRPr lang="en-US"/>
          </a:p>
        </p:txBody>
      </p:sp>
      <p:pic>
        <p:nvPicPr>
          <p:cNvPr id="5" name="Picture 4" descr="A stack of bank cards">
            <a:extLst>
              <a:ext uri="{FF2B5EF4-FFF2-40B4-BE49-F238E27FC236}">
                <a16:creationId xmlns:a16="http://schemas.microsoft.com/office/drawing/2014/main" id="{46F30176-9D56-BCC0-2272-5F66B45C3E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362" r="8514" b="2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646" y="440926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04711 w 3182692"/>
              <a:gd name="csY1" fmla="*/ 0 h 18288"/>
              <a:gd name="csX2" fmla="*/ 1241250 w 3182692"/>
              <a:gd name="csY2" fmla="*/ 0 h 18288"/>
              <a:gd name="csX3" fmla="*/ 1909615 w 3182692"/>
              <a:gd name="csY3" fmla="*/ 0 h 18288"/>
              <a:gd name="csX4" fmla="*/ 2577981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482500 w 3182692"/>
              <a:gd name="csY7" fmla="*/ 18288 h 18288"/>
              <a:gd name="csX8" fmla="*/ 1782308 w 3182692"/>
              <a:gd name="csY8" fmla="*/ 18288 h 18288"/>
              <a:gd name="csX9" fmla="*/ 1145769 w 3182692"/>
              <a:gd name="csY9" fmla="*/ 18288 h 18288"/>
              <a:gd name="csX10" fmla="*/ 0 w 3182692"/>
              <a:gd name="csY10" fmla="*/ 18288 h 18288"/>
              <a:gd name="csX11" fmla="*/ 0 w 3182692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Project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DA2BAB-2052-0E15-956C-66D2A9AD8C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287331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Database &amp; Table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CREATE DATABASE pancard;</a:t>
            </a:r>
          </a:p>
          <a:p>
            <a:r>
              <a:rPr lang="en-US" sz="1700"/>
              <a:t>CREATE TABLE ind_pan_number_dataset (</a:t>
            </a:r>
          </a:p>
          <a:p>
            <a:r>
              <a:rPr lang="en-US" sz="1700"/>
              <a:t>    pan_numbers TEXT</a:t>
            </a:r>
          </a:p>
          <a:p>
            <a:r>
              <a:rPr lang="en-US" sz="1700"/>
              <a:t>);</a:t>
            </a:r>
          </a:p>
        </p:txBody>
      </p:sp>
      <p:pic>
        <p:nvPicPr>
          <p:cNvPr id="12" name="Picture 11" descr="Computer script on a screen">
            <a:extLst>
              <a:ext uri="{FF2B5EF4-FFF2-40B4-BE49-F238E27FC236}">
                <a16:creationId xmlns:a16="http://schemas.microsoft.com/office/drawing/2014/main" id="{4E28EF82-3E6F-5FB3-47FD-9695AB70F3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39" r="47611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>
                <a:solidFill>
                  <a:srgbClr val="FFFFFF"/>
                </a:solidFill>
              </a:rPr>
              <a:t>Data Cleaning Techniques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B5D373-D3D7-DC22-13A4-D403C21AF2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0397483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8" y="327025"/>
            <a:ext cx="3993358" cy="1630363"/>
          </a:xfrm>
        </p:spPr>
        <p:txBody>
          <a:bodyPr anchor="b">
            <a:normAutofit/>
          </a:bodyPr>
          <a:lstStyle/>
          <a:p>
            <a:r>
              <a:rPr lang="en-US" sz="3100"/>
              <a:t>PAN Validation Using REGEXP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ECE47F-B1CE-309B-5480-BF07758825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326" r="32069" b="2"/>
          <a:stretch>
            <a:fillRect/>
          </a:stretch>
        </p:blipFill>
        <p:spPr>
          <a:xfrm>
            <a:off x="4474766" y="1"/>
            <a:ext cx="4669234" cy="6856412"/>
          </a:xfrm>
          <a:custGeom>
            <a:avLst/>
            <a:gdLst/>
            <a:ahLst/>
            <a:cxnLst/>
            <a:rect l="l" t="t" r="r" b="b"/>
            <a:pathLst>
              <a:path w="5620032" h="6856412">
                <a:moveTo>
                  <a:pt x="13187" y="0"/>
                </a:moveTo>
                <a:lnTo>
                  <a:pt x="5620032" y="0"/>
                </a:lnTo>
                <a:lnTo>
                  <a:pt x="5620032" y="6856412"/>
                </a:lnTo>
                <a:lnTo>
                  <a:pt x="0" y="6856412"/>
                </a:lnTo>
                <a:lnTo>
                  <a:pt x="64318" y="6298274"/>
                </a:lnTo>
                <a:cubicBezTo>
                  <a:pt x="203221" y="4970220"/>
                  <a:pt x="240510" y="3632077"/>
                  <a:pt x="97152" y="2276000"/>
                </a:cubicBezTo>
                <a:cubicBezTo>
                  <a:pt x="35713" y="1694824"/>
                  <a:pt x="7455" y="1116942"/>
                  <a:pt x="6154" y="541737"/>
                </a:cubicBezTo>
                <a:close/>
              </a:path>
            </a:pathLst>
          </a:cu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993525D2-EB4D-BB3A-9978-C07D4DA513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8082323"/>
              </p:ext>
            </p:extLst>
          </p:nvPr>
        </p:nvGraphicFramePr>
        <p:xfrm>
          <a:off x="360759" y="2286001"/>
          <a:ext cx="3993357" cy="3919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Valid vs Invalid PAN Analysis</a:t>
            </a:r>
          </a:p>
        </p:txBody>
      </p:sp>
      <p:pic>
        <p:nvPicPr>
          <p:cNvPr id="3" name="Picture 2" descr="ch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892" y="1966293"/>
            <a:ext cx="5936213" cy="4452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Data Quality Issues Analysis</a:t>
            </a:r>
          </a:p>
        </p:txBody>
      </p:sp>
      <p:pic>
        <p:nvPicPr>
          <p:cNvPr id="3" name="Picture 2" descr="ch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987" y="1520764"/>
            <a:ext cx="5085525" cy="38141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US" sz="350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r>
              <a:rPr lang="en-US" sz="2100"/>
              <a:t>Total Records: 9033</a:t>
            </a:r>
          </a:p>
          <a:p>
            <a:r>
              <a:rPr lang="en-US" sz="2100"/>
              <a:t>Valid PAN: 4999</a:t>
            </a:r>
          </a:p>
          <a:p>
            <a:r>
              <a:rPr lang="en-US" sz="2100"/>
              <a:t>Invalid PAN: 4034</a:t>
            </a:r>
          </a:p>
          <a:p>
            <a:endParaRPr lang="en-US" sz="2100"/>
          </a:p>
          <a:p>
            <a:r>
              <a:rPr lang="en-US" sz="2100"/>
              <a:t>Successfully implemented MySQL-based</a:t>
            </a:r>
          </a:p>
          <a:p>
            <a:r>
              <a:rPr lang="en-US" sz="2100"/>
              <a:t>Data Cleaning &amp; PAN Validation Project.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160</Words>
  <Application>Microsoft Office PowerPoint</Application>
  <PresentationFormat>On-screen Show (4:3)</PresentationFormat>
  <Paragraphs>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PAN Card Validation Using MySQL</vt:lpstr>
      <vt:lpstr>Project Overview</vt:lpstr>
      <vt:lpstr>Database &amp; Table Creation</vt:lpstr>
      <vt:lpstr>Data Cleaning Techniques</vt:lpstr>
      <vt:lpstr>PAN Validation Using REGEXP</vt:lpstr>
      <vt:lpstr>Valid vs Invalid PAN Analysis</vt:lpstr>
      <vt:lpstr>Data Quality Issues Analysis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dell</cp:lastModifiedBy>
  <cp:revision>2</cp:revision>
  <dcterms:created xsi:type="dcterms:W3CDTF">2013-01-27T09:14:16Z</dcterms:created>
  <dcterms:modified xsi:type="dcterms:W3CDTF">2026-02-26T19:55:03Z</dcterms:modified>
  <cp:category/>
</cp:coreProperties>
</file>